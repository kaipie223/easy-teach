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我只是一只猪</cp:lastModifiedBy>
  <cp:revision>2</cp:revision>
  <dcterms:created xsi:type="dcterms:W3CDTF">2013-01-27T09:14:00Z</dcterms:created>
  <dcterms:modified xsi:type="dcterms:W3CDTF">2026-08-06T05:44:01Z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EDAC7A2936D54C3E8737760E319BB602_12</vt:lpwstr>
  </property>
  <property fmtid="{D5CDD505-2E9C-101B-9397-08002B2CF9AE}" pid="3" name="KSOProductBuildVer">
    <vt:lpwstr>2052-12.1.0.26895</vt:lpwstr>
  </property>
</Properties>
</file>